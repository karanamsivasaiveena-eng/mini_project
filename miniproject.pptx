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0B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4BB80F8-99F7-4F57-918E-C75F787B9E1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3DDC6E2-6B2D-4A6D-9E45-D45C9054505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521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80F8-99F7-4F57-918E-C75F787B9E1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C6E2-6B2D-4A6D-9E45-D45C90545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891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80F8-99F7-4F57-918E-C75F787B9E1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C6E2-6B2D-4A6D-9E45-D45C9054505C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1817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80F8-99F7-4F57-918E-C75F787B9E1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C6E2-6B2D-4A6D-9E45-D45C90545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685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80F8-99F7-4F57-918E-C75F787B9E1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C6E2-6B2D-4A6D-9E45-D45C9054505C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090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80F8-99F7-4F57-918E-C75F787B9E1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C6E2-6B2D-4A6D-9E45-D45C9054505C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2354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80F8-99F7-4F57-918E-C75F787B9E1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C6E2-6B2D-4A6D-9E45-D45C90545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049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80F8-99F7-4F57-918E-C75F787B9E1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C6E2-6B2D-4A6D-9E45-D45C9054505C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272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80F8-99F7-4F57-918E-C75F787B9E1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C6E2-6B2D-4A6D-9E45-D45C90545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629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80F8-99F7-4F57-918E-C75F787B9E1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C6E2-6B2D-4A6D-9E45-D45C90545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64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80F8-99F7-4F57-918E-C75F787B9E1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C6E2-6B2D-4A6D-9E45-D45C9054505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014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80F8-99F7-4F57-918E-C75F787B9E1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C6E2-6B2D-4A6D-9E45-D45C9054505C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128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80F8-99F7-4F57-918E-C75F787B9E1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C6E2-6B2D-4A6D-9E45-D45C90545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985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80F8-99F7-4F57-918E-C75F787B9E1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C6E2-6B2D-4A6D-9E45-D45C9054505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457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80F8-99F7-4F57-918E-C75F787B9E1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C6E2-6B2D-4A6D-9E45-D45C9054505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0550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80F8-99F7-4F57-918E-C75F787B9E1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C6E2-6B2D-4A6D-9E45-D45C9054505C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564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80F8-99F7-4F57-918E-C75F787B9E1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C6E2-6B2D-4A6D-9E45-D45C9054505C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324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4BB80F8-99F7-4F57-918E-C75F787B9E1C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3DDC6E2-6B2D-4A6D-9E45-D45C90545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95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Project Title</a:t>
            </a:r>
            <a:r>
              <a:rPr lang="en-IN" dirty="0"/>
              <a:t/>
            </a:r>
            <a:br>
              <a:rPr lang="en-IN" dirty="0"/>
            </a:br>
            <a:r>
              <a:rPr lang="en-IN" b="1" dirty="0" smtClean="0">
                <a:solidFill>
                  <a:srgbClr val="0070C0"/>
                </a:solidFill>
              </a:rPr>
              <a:t>Weather </a:t>
            </a:r>
            <a:r>
              <a:rPr lang="en-IN" b="1" dirty="0">
                <a:solidFill>
                  <a:srgbClr val="0070C0"/>
                </a:solidFill>
              </a:rPr>
              <a:t>Prediction </a:t>
            </a:r>
            <a:r>
              <a:rPr lang="en-IN" b="1" dirty="0" smtClean="0">
                <a:solidFill>
                  <a:srgbClr val="0070C0"/>
                </a:solidFill>
              </a:rPr>
              <a:t>Application</a:t>
            </a:r>
            <a:r>
              <a:rPr lang="en-IN" dirty="0">
                <a:solidFill>
                  <a:srgbClr val="CB0B54"/>
                </a:solidFill>
              </a:rPr>
              <a:t> </a:t>
            </a:r>
            <a:r>
              <a:rPr lang="en-IN" dirty="0" smtClean="0">
                <a:solidFill>
                  <a:srgbClr val="CB0B54"/>
                </a:solidFill>
              </a:rPr>
              <a:t>                     </a:t>
            </a:r>
            <a:r>
              <a:rPr lang="en-IN" sz="2200" dirty="0" smtClean="0">
                <a:solidFill>
                  <a:srgbClr val="CB0B54"/>
                </a:solidFill>
              </a:rPr>
              <a:t>(</a:t>
            </a:r>
            <a:r>
              <a:rPr lang="en-US" sz="2200" dirty="0" smtClean="0">
                <a:solidFill>
                  <a:srgbClr val="CB0B54"/>
                </a:solidFill>
              </a:rPr>
              <a:t>Using </a:t>
            </a:r>
            <a:r>
              <a:rPr lang="en-US" sz="2200" dirty="0">
                <a:solidFill>
                  <a:srgbClr val="CB0B54"/>
                </a:solidFill>
              </a:rPr>
              <a:t>Flask and OpenWeatherMap </a:t>
            </a:r>
            <a:r>
              <a:rPr lang="en-US" sz="2200" dirty="0" smtClean="0">
                <a:solidFill>
                  <a:srgbClr val="CB0B54"/>
                </a:solidFill>
              </a:rPr>
              <a:t>API)</a:t>
            </a:r>
            <a:endParaRPr lang="en-IN" sz="2200" dirty="0">
              <a:solidFill>
                <a:srgbClr val="CB0B5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CB0B54"/>
                </a:solidFill>
              </a:rPr>
              <a:t>Technology Stack:</a:t>
            </a:r>
            <a:endParaRPr lang="en-IN" dirty="0">
              <a:solidFill>
                <a:srgbClr val="CB0B54"/>
              </a:solidFill>
            </a:endParaRPr>
          </a:p>
          <a:p>
            <a:r>
              <a:rPr lang="en-IN" sz="1600" dirty="0"/>
              <a:t>Python </a:t>
            </a:r>
          </a:p>
          <a:p>
            <a:r>
              <a:rPr lang="en-IN" sz="1600" dirty="0"/>
              <a:t>Flask </a:t>
            </a:r>
          </a:p>
          <a:p>
            <a:r>
              <a:rPr lang="en-IN" sz="1600" dirty="0"/>
              <a:t>HTML &amp; CSS </a:t>
            </a:r>
          </a:p>
          <a:p>
            <a:r>
              <a:rPr lang="en-IN" sz="1600" dirty="0"/>
              <a:t>OpenWeatherMap API </a:t>
            </a:r>
          </a:p>
          <a:p>
            <a:r>
              <a:rPr lang="en-IN" sz="1600" dirty="0"/>
              <a:t>GitHub &amp; </a:t>
            </a:r>
            <a:r>
              <a:rPr lang="en-IN" sz="1600" dirty="0" smtClean="0"/>
              <a:t>Render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CB0B54"/>
                </a:solidFill>
              </a:rPr>
              <a:t>Objective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/>
              <a:t>To </a:t>
            </a:r>
            <a:r>
              <a:rPr lang="en-US" sz="1600" dirty="0"/>
              <a:t>provide real-time weather information for locations worldwide through a simple web-based application.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9773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6691" y="766618"/>
            <a:ext cx="10344726" cy="5416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800" b="1" dirty="0" smtClean="0">
              <a:solidFill>
                <a:srgbClr val="CB0B54"/>
              </a:solidFill>
            </a:endParaRPr>
          </a:p>
          <a:p>
            <a:pPr algn="ctr"/>
            <a:r>
              <a:rPr lang="en-IN" sz="4000" b="1" dirty="0" smtClean="0">
                <a:solidFill>
                  <a:srgbClr val="0070C0"/>
                </a:solidFill>
              </a:rPr>
              <a:t>Problem Statement</a:t>
            </a:r>
            <a:endParaRPr lang="en-US" sz="4000" b="1" dirty="0">
              <a:solidFill>
                <a:srgbClr val="0070C0"/>
              </a:solidFill>
            </a:endParaRPr>
          </a:p>
          <a:p>
            <a:endParaRPr lang="en-US" sz="2800" b="1" dirty="0" smtClean="0">
              <a:solidFill>
                <a:srgbClr val="CB0B54"/>
              </a:solidFill>
            </a:endParaRPr>
          </a:p>
          <a:p>
            <a:endParaRPr lang="en-US" sz="2800" b="1" dirty="0" smtClean="0">
              <a:solidFill>
                <a:srgbClr val="CB0B54"/>
              </a:solidFill>
            </a:endParaRPr>
          </a:p>
          <a:p>
            <a:r>
              <a:rPr lang="en-US" sz="2800" b="1" dirty="0" smtClean="0">
                <a:solidFill>
                  <a:srgbClr val="CB0B54"/>
                </a:solidFill>
              </a:rPr>
              <a:t>Problem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People often need accurate weather information for planning travel, agriculture, outdoor activities, and daily routines.</a:t>
            </a:r>
          </a:p>
          <a:p>
            <a:r>
              <a:rPr lang="en-US" sz="2800" b="1" dirty="0" smtClean="0">
                <a:solidFill>
                  <a:srgbClr val="CB0B54"/>
                </a:solidFill>
              </a:rPr>
              <a:t>Challenges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Difficulty accessing real-time weather updates.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Need for a simple and user-friendly weather application.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Requirement for weather information from different locations worldwide.</a:t>
            </a:r>
          </a:p>
          <a:p>
            <a:r>
              <a:rPr lang="en-US" sz="2800" b="1" dirty="0" smtClean="0">
                <a:solidFill>
                  <a:srgbClr val="CB0B54"/>
                </a:solidFill>
              </a:rPr>
              <a:t>Proposed 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Develop a web application that fetches and displays real-time weather data using weather APIs.</a:t>
            </a:r>
          </a:p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969817" y="2281844"/>
            <a:ext cx="10178473" cy="4571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869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830886"/>
            <a:ext cx="6241816" cy="110875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</a:rPr>
              <a:t>System Work</a:t>
            </a:r>
            <a:r>
              <a:rPr lang="en-IN" sz="4000" b="1" dirty="0" smtClean="0">
                <a:solidFill>
                  <a:srgbClr val="0070C0"/>
                </a:solidFill>
              </a:rPr>
              <a:t>flow </a:t>
            </a:r>
            <a:r>
              <a:rPr lang="en-IN" sz="4000" b="1" dirty="0">
                <a:solidFill>
                  <a:srgbClr val="0070C0"/>
                </a:solidFill>
              </a:rPr>
              <a:t>and Implementation Steps</a:t>
            </a: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8" r="1878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2341031"/>
            <a:ext cx="6241816" cy="3791913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CB0B54"/>
                </a:solidFill>
              </a:rPr>
              <a:t>Implementation Steps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dirty="0"/>
              <a:t>User enters a city name.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dirty="0"/>
              <a:t>Flask sends a request to OpenWeatherMap API.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dirty="0"/>
              <a:t>API returns weather information.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dirty="0"/>
              <a:t>Application processes the data.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dirty="0"/>
              <a:t>Weather details are displayed on the webpage.</a:t>
            </a:r>
          </a:p>
          <a:p>
            <a:pPr marL="342900" indent="-342900" algn="l">
              <a:buFont typeface="+mj-lt"/>
              <a:buAutoNum type="arabicPeriod"/>
            </a:pP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108364" y="2087881"/>
            <a:ext cx="6548581" cy="4571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141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729287"/>
            <a:ext cx="6241816" cy="683877"/>
          </a:xfrm>
        </p:spPr>
        <p:txBody>
          <a:bodyPr>
            <a:noAutofit/>
          </a:bodyPr>
          <a:lstStyle/>
          <a:p>
            <a:r>
              <a:rPr lang="en-IN" sz="4000" b="1" dirty="0">
                <a:solidFill>
                  <a:srgbClr val="0070C0"/>
                </a:solidFill>
              </a:rPr>
              <a:t>Results / Outcome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1648304"/>
            <a:ext cx="6241816" cy="4447695"/>
          </a:xfrm>
        </p:spPr>
        <p:txBody>
          <a:bodyPr>
            <a:normAutofit lnSpcReduction="10000"/>
          </a:bodyPr>
          <a:lstStyle/>
          <a:p>
            <a:pPr algn="l"/>
            <a:r>
              <a:rPr lang="en-IN" sz="2400" b="1" dirty="0" smtClean="0">
                <a:solidFill>
                  <a:srgbClr val="CB0B54"/>
                </a:solidFill>
              </a:rPr>
              <a:t>Successfully </a:t>
            </a:r>
            <a:r>
              <a:rPr lang="en-IN" sz="2400" b="1" dirty="0">
                <a:solidFill>
                  <a:srgbClr val="CB0B54"/>
                </a:solidFill>
              </a:rPr>
              <a:t>Implemented Features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 smtClean="0"/>
              <a:t> </a:t>
            </a:r>
            <a:r>
              <a:rPr lang="en-IN" dirty="0"/>
              <a:t>Real-time weather retrieval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 smtClean="0"/>
              <a:t> </a:t>
            </a:r>
            <a:r>
              <a:rPr lang="en-IN" dirty="0"/>
              <a:t>City-wise weather search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 smtClean="0"/>
              <a:t> </a:t>
            </a:r>
            <a:r>
              <a:rPr lang="en-IN" dirty="0"/>
              <a:t>Temperature display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 smtClean="0"/>
              <a:t> </a:t>
            </a:r>
            <a:r>
              <a:rPr lang="en-IN" dirty="0"/>
              <a:t>Humidity monitoring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 smtClean="0"/>
              <a:t> </a:t>
            </a:r>
            <a:r>
              <a:rPr lang="en-IN" dirty="0"/>
              <a:t>Wind speed information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 smtClean="0"/>
              <a:t> </a:t>
            </a:r>
            <a:r>
              <a:rPr lang="en-IN" dirty="0"/>
              <a:t>Atmospheric pressure details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 smtClean="0"/>
              <a:t> </a:t>
            </a:r>
            <a:r>
              <a:rPr lang="en-IN" dirty="0"/>
              <a:t>Cloud deployment using Render</a:t>
            </a:r>
          </a:p>
          <a:p>
            <a:pPr algn="l"/>
            <a:r>
              <a:rPr lang="en-IN" sz="2400" b="1" dirty="0">
                <a:solidFill>
                  <a:srgbClr val="CB0B54"/>
                </a:solidFill>
              </a:rPr>
              <a:t>Outcome</a:t>
            </a:r>
          </a:p>
          <a:p>
            <a:pPr algn="l"/>
            <a:r>
              <a:rPr lang="en-IN" dirty="0"/>
              <a:t>The application successfully provides accurate weather information through an interactive web interface accessible from any browser.</a:t>
            </a:r>
          </a:p>
          <a:p>
            <a:endParaRPr lang="en-IN" dirty="0"/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04" t="11073" r="30874" b="11557"/>
          <a:stretch/>
        </p:blipFill>
        <p:spPr>
          <a:xfrm>
            <a:off x="7980217" y="1570182"/>
            <a:ext cx="3269673" cy="3694545"/>
          </a:xfrm>
        </p:spPr>
      </p:pic>
      <p:sp>
        <p:nvSpPr>
          <p:cNvPr id="8" name="Rectangle 7"/>
          <p:cNvSpPr/>
          <p:nvPr/>
        </p:nvSpPr>
        <p:spPr>
          <a:xfrm>
            <a:off x="1234379" y="1473738"/>
            <a:ext cx="6363855" cy="457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044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1101438" y="701964"/>
            <a:ext cx="9601196" cy="5458691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16000" b="1" dirty="0">
                <a:solidFill>
                  <a:srgbClr val="0070C0"/>
                </a:solidFill>
              </a:rPr>
              <a:t>Conclusion</a:t>
            </a:r>
            <a:endParaRPr lang="en-US" sz="16000" b="1" dirty="0" smtClean="0">
              <a:solidFill>
                <a:srgbClr val="CB0B54"/>
              </a:solidFill>
            </a:endParaRPr>
          </a:p>
          <a:p>
            <a:pPr marL="0" indent="0">
              <a:buFont typeface="Arial"/>
              <a:buNone/>
            </a:pPr>
            <a:r>
              <a:rPr lang="en-US" sz="9600" b="1" dirty="0" smtClean="0">
                <a:solidFill>
                  <a:srgbClr val="CB0B54"/>
                </a:solidFill>
              </a:rPr>
              <a:t>Summary</a:t>
            </a:r>
          </a:p>
          <a:p>
            <a:r>
              <a:rPr lang="en-US" sz="7200" dirty="0" smtClean="0"/>
              <a:t>The Weather Prediction Application is a web-based solution that provides real-time weather information using Flask and OpenWeatherMap API.</a:t>
            </a:r>
          </a:p>
          <a:p>
            <a:pPr marL="0" indent="0">
              <a:buFont typeface="Arial"/>
              <a:buNone/>
            </a:pPr>
            <a:r>
              <a:rPr lang="en-US" sz="9600" b="1" dirty="0" smtClean="0">
                <a:solidFill>
                  <a:srgbClr val="CB0B54"/>
                </a:solidFill>
              </a:rPr>
              <a:t>Benefits</a:t>
            </a:r>
          </a:p>
          <a:p>
            <a:r>
              <a:rPr lang="en-US" sz="7200" dirty="0" smtClean="0"/>
              <a:t>Easy to use </a:t>
            </a:r>
          </a:p>
          <a:p>
            <a:r>
              <a:rPr lang="en-US" sz="7200" dirty="0" smtClean="0"/>
              <a:t>Fast weather retrieval </a:t>
            </a:r>
          </a:p>
          <a:p>
            <a:r>
              <a:rPr lang="en-US" sz="7200" dirty="0" smtClean="0"/>
              <a:t>Accessible worldwide </a:t>
            </a:r>
          </a:p>
          <a:p>
            <a:r>
              <a:rPr lang="en-US" sz="7200" dirty="0" smtClean="0"/>
              <a:t>Demonstrates API integration and web development skills </a:t>
            </a:r>
          </a:p>
          <a:p>
            <a:pPr marL="0" indent="0">
              <a:buFont typeface="Arial"/>
              <a:buNone/>
            </a:pPr>
            <a:r>
              <a:rPr lang="en-US" sz="9600" b="1" dirty="0" smtClean="0">
                <a:solidFill>
                  <a:srgbClr val="CB0B54"/>
                </a:solidFill>
              </a:rPr>
              <a:t>Future Enhancements</a:t>
            </a:r>
          </a:p>
          <a:p>
            <a:r>
              <a:rPr lang="en-US" sz="7200" dirty="0" smtClean="0"/>
              <a:t>GPS-based location detection </a:t>
            </a:r>
          </a:p>
          <a:p>
            <a:r>
              <a:rPr lang="en-US" sz="7200" dirty="0" smtClean="0"/>
              <a:t>5-Day weather forecasting </a:t>
            </a:r>
          </a:p>
          <a:p>
            <a:r>
              <a:rPr lang="en-US" sz="7200" dirty="0" smtClean="0"/>
              <a:t>Weather alert notifications </a:t>
            </a:r>
          </a:p>
          <a:p>
            <a:r>
              <a:rPr lang="en-US" sz="7200" dirty="0" smtClean="0"/>
              <a:t>Interactive charts and graphs </a:t>
            </a:r>
          </a:p>
          <a:p>
            <a:r>
              <a:rPr lang="en-US" sz="7200" dirty="0" smtClean="0"/>
              <a:t>Mobile application support</a:t>
            </a:r>
          </a:p>
          <a:p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219200" y="1256145"/>
            <a:ext cx="9384145" cy="457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490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64" y="692728"/>
            <a:ext cx="10575636" cy="546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869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766618"/>
            <a:ext cx="10566399" cy="52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33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729673"/>
            <a:ext cx="10557164" cy="543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3664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84</TotalTime>
  <Words>242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Garamond</vt:lpstr>
      <vt:lpstr>Organic</vt:lpstr>
      <vt:lpstr>Project Title Weather Prediction Application                      (Using Flask and OpenWeatherMap API)</vt:lpstr>
      <vt:lpstr>PowerPoint Presentation</vt:lpstr>
      <vt:lpstr>System Workflow and Implementation Steps</vt:lpstr>
      <vt:lpstr>Results / Outcome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 Weather Prediction Application                      (Using Flask and OpenWeatherMap API)</dc:title>
  <dc:creator>Lenovo</dc:creator>
  <cp:lastModifiedBy>Lenovo</cp:lastModifiedBy>
  <cp:revision>9</cp:revision>
  <dcterms:created xsi:type="dcterms:W3CDTF">2026-06-15T06:16:57Z</dcterms:created>
  <dcterms:modified xsi:type="dcterms:W3CDTF">2026-06-15T07:41:56Z</dcterms:modified>
</cp:coreProperties>
</file>